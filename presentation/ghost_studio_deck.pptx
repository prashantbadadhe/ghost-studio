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7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👻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45920"/>
            <a:ext cx="6949440" cy="73152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920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GHOST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43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FFB"/>
                </a:solidFill>
              </a:rPr>
              <a:t>Enterprise PII Redaction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383280"/>
            <a:ext cx="4572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9E0B"/>
                </a:solidFill>
              </a:rPr>
              <a:t>Banking &amp; Financial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11480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Instantly detect &amp; redact sensitive data in PDF documents
before sharing with developers, QA, or external parties.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7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Hackathon Demo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6355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Powered by FastAPI + Next.js + PyMuPDF +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Sharing documents with sensitive data blocks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97480" cy="512064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PII Locks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97180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10896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B"/>
                </a:solidFill>
              </a:rPr>
              <a:t>QA can't share production data with devs.
Auditors wait days for manual redaction.
Developers work on incomplete test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25880"/>
            <a:ext cx="2697480" cy="512064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231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Manual Redaction = Hours Lost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40" y="297180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10896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B"/>
                </a:solidFill>
              </a:rPr>
              <a:t>Teams spend 2–4 hours redacting a single
10-page bank statement in Acrobat or Paint.
Errors lead to compliance violations.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2697480" cy="512064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231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One Mistake = Regulatory Fine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297180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10896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B"/>
                </a:solidFill>
              </a:rPr>
              <a:t>A single exposed SSN can trigger GLBA,
PCI DSS, or FCRA violations — fines up to
$100,000 per incident.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325880"/>
            <a:ext cx="2697480" cy="512064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5087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231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People Are Getting 'Ghosted'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297180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10896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FFB"/>
                </a:solidFill>
              </a:rPr>
              <a:t>Teammates go dark waiting for redacted docs.
Projects stall. Deadlines slip.
Every team has felt this pain.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Ghost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One platform to detect, redact &amp; audit PII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3716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Upload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B"/>
                </a:solidFill>
              </a:rPr>
              <a:t>Drop any banking or
financial PDF — no
size limit concerns.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474DC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Auto-Detect PII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B"/>
                </a:solidFill>
              </a:rPr>
              <a:t>16 PII types via regex
+ optional OpenAI
LLM for names/addresses.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474DC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Redact &amp;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B"/>
                </a:solidFill>
              </a:rPr>
              <a:t>5 redaction styles.
Download clean PDF.
Full audit trail kept.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474DC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4173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Compliance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9202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FFB"/>
                </a:solidFill>
              </a:rPr>
              <a:t>GLBA · PCI DSS · SOX
FCRA · BSA · IRS 1075
all covered.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2103120" cy="137160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474DC"/>
                </a:solidFill>
              </a:rPr>
              <a:t>&lt; 3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96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per 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3337560"/>
            <a:ext cx="2103120" cy="137160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4564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096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PII types detected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3337560"/>
            <a:ext cx="2103120" cy="137160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4564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096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redaction styles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59" y="3337560"/>
            <a:ext cx="2103120" cy="137160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59" y="34564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4096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without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337560"/>
            <a:ext cx="2103120" cy="137160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45643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096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B"/>
                </a:solidFill>
              </a:rPr>
              <a:t>✓  Side-by-side original vs redacted PDF 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276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B"/>
                </a:solidFill>
              </a:rPr>
              <a:t>✓  Policy templates per document type (Bank Statement, KYC, Audit…)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144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B"/>
                </a:solidFill>
              </a:rPr>
              <a:t>✓  Custom fields — define your own PII patterns with per-field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527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B"/>
                </a:solidFill>
              </a:rPr>
              <a:t>✓  Text redaction API for inline use in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91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FFB"/>
                </a:solidFill>
              </a:rPr>
              <a:t>✓  Dashboard with live redaction metrics and PII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— IRS Form 1040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Real tax return · 3 pages · 15 PII instances detected &amp; redacted in &lt; 1 sec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● ORIGINAL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34440"/>
            <a:ext cx="5943600" cy="32004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● REDACTED  Secured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627632"/>
            <a:ext cx="3246120" cy="4846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719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PII FOUND BY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Social Security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2148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4444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441448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624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Tax ID / EIN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2624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4444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916936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0998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Date of Birth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30998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392424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5753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Phone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35753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867912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05079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Account Number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405079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474DC"/>
                </a:solidFill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4343400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45262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Routing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45262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474DC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818888"/>
            <a:ext cx="2926080" cy="18288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5093207"/>
            <a:ext cx="2926080" cy="36576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5202935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TOTAL:  15 PII instances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627632"/>
            <a:ext cx="5303520" cy="4846320"/>
          </a:xfrm>
          <a:prstGeom prst="rect">
            <a:avLst/>
          </a:prstGeom>
          <a:solidFill>
            <a:srgbClr val="13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Form 1040 — U.S. Individual Income Tax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2860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Your SSN: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22860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633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Spouse SSN: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26334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389-54-2017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9809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Dependent SSN 1: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29809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634-27-8843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3284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Dependent SSN 2: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32841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621-89-3304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7588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DOB (Taxpayer):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367588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1978-07-14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5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DOB (Spouse):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02335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1981-03-29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37083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Phone: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437083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(513) 847-2291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71830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Preparer PTIN: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47183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P00847312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06577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Bank Account: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06577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4DC"/>
                </a:solidFill>
              </a:rPr>
              <a:t>8847291034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41324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Routing: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7440" y="541324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74DC"/>
                </a:solidFill>
              </a:rPr>
              <a:t>042000314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1627632"/>
            <a:ext cx="2606040" cy="484632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Form 1040 — Redacted Copy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22860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Your SSN: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22860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Spouse SSN: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26334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2980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Dep. SSN 1: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29809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33284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Dep. SSN 2: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3328415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80760" y="36758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DOB (Taxpayer):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3675887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60" y="402335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DOB (Spouse):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79" y="4023359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0760" y="437083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Phone: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437083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████████████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71830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Preparer PTIN: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79" y="4718303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506577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Bank Account: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79" y="5065775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541324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Routing: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5413247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█████████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PII Detection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Regex-first · LLM-assisted · 16 types out of the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370332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3703320" cy="47548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167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Regex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Social Security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0370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Account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Routing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62071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Credit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9125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Email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Phone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962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Date of Birth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7880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Passport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079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Driver's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371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IBAN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SWIFT / BIC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9554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Tax ID / 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24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Employee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539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IP Address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1261872"/>
            <a:ext cx="370332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1261872"/>
            <a:ext cx="3703320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13167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 AI / LLM 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187451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Full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220370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Physical Addresses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2532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GPT-4o-mini powered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2862071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Activated per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19125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Falls back gracefully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84962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Heuristic Fallback: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17880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Title-case bigrams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5079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for name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8371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when LLM is 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1261872"/>
            <a:ext cx="370332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0456" y="1261872"/>
            <a:ext cx="37033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13167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🧪  Custom 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187451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User-defined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220370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Regex or plain keyword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253288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Per-field style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2862071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3191255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Quick templates: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  · Employee Badge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6" y="3849623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  · Loan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4178807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  · Case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45079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  · Internal Ref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4837176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  · Order Number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Redaction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Choose the right level of obscuration per 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22402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224028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■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9222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PDF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5728"/>
            <a:ext cx="2057400" cy="41148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231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077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3E"/>
                </a:solidFill>
              </a:rPr>
              <a:t>↓ 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2057400" cy="45720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004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3E"/>
                </a:solidFill>
              </a:rPr>
              <a:t>███████████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4903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Maximum security
No data leakage
Production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261872"/>
            <a:ext cx="22402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1261872"/>
            <a:ext cx="2240280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316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• Asterisk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79222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All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1488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395728"/>
            <a:ext cx="2057400" cy="41148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4231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9077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5CF6"/>
                </a:solidFill>
              </a:rPr>
              <a:t>↓ 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145536"/>
            <a:ext cx="2057400" cy="45720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2004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•••••••••••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74903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Dev/QA sharing
Pattern hidden
Length visible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261872"/>
            <a:ext cx="22402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1261872"/>
            <a:ext cx="2240280" cy="47548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1316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# Last 4 Digits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179222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All formats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1488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2395728"/>
            <a:ext cx="2057400" cy="41148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24231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29077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4DC"/>
                </a:solidFill>
              </a:rPr>
              <a:t>↓ AFTER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145536"/>
            <a:ext cx="2057400" cy="45720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32004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4DC"/>
                </a:solidFill>
              </a:rPr>
              <a:t>•••••-6721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74903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Customer service
Partial identity
Can verify last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1261872"/>
            <a:ext cx="22402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1261872"/>
            <a:ext cx="224028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1316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 X-Mask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179222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All formats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21488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0" y="2395728"/>
            <a:ext cx="2057400" cy="41148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24231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29077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↓ AFTER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3145536"/>
            <a:ext cx="2057400" cy="45720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32004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XXX-XX-6721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0" y="374903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QA automation
Fixed width mask
Structure shown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1261872"/>
            <a:ext cx="224028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84080" y="1261872"/>
            <a:ext cx="2240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1316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[LABEL]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179222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All formats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21488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2395728"/>
            <a:ext cx="2057400" cy="41148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21240" y="242316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412-88-6721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29077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↓ AFTER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75520" y="3145536"/>
            <a:ext cx="2057400" cy="457200"/>
          </a:xfrm>
          <a:prstGeom prst="rect">
            <a:avLst/>
          </a:prstGeom>
          <a:solidFill>
            <a:srgbClr val="05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21240" y="32004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[SSN]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374903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Developer mode
Type visible
Value hidden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Modular · API-first · Drop-in LLM upgrade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56616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566160" cy="457200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Next.js 16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App Router (Turbopack)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shadcn/ui on @base-ui/react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946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TanStack React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Side-by-side PDF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Upload wizard (4 steps)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7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Text redaction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Policy management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Dashboard with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61872"/>
            <a:ext cx="356616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261872"/>
            <a:ext cx="35661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316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87451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Document upload &amp;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22199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PII detection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946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PyMuPDF PDF redaction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91693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InMemoryStore (→ 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26440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REST API  /api/*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1187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Token &amp; cost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95935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Policy engine (CRUD)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0682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Stats aggregation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261872"/>
            <a:ext cx="356616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1261872"/>
            <a:ext cx="35661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316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External AI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187451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OpenAI gpt-4o-mini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22199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Name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56946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Address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91693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Graceful degradation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264407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Regex fallback always 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3611879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Per-request opt-in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95935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$0 default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30682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~$0.0002 / page with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4DC"/>
                </a:solidFill>
              </a:rPr>
              <a:t>REST API
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HTTPS
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446520"/>
            <a:ext cx="1164031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35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① Upload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79" y="6035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B"/>
                </a:solidFill>
              </a:rPr>
              <a:t>② Detect PII (regex+LLM)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6035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B"/>
                </a:solidFill>
              </a:rPr>
              <a:t>③ Apply Redaction Boxes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6035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B"/>
                </a:solidFill>
              </a:rPr>
              <a:t>④ Store Redacted Bytes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6035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FFB"/>
                </a:solidFill>
              </a:rPr>
              <a:t>⑤ Preview &amp; Download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Define your own PII types — regex or keyword — with per-field redaction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30352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53035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🧪  Why Custom Fields?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5120640" cy="3657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Every bank has internal 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Loan IDs, case numbers, employee badges, internal refs — none of these exist in standard PII libraries.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63239"/>
            <a:ext cx="5120640" cy="3657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Compliance goes beyond standard PII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OFAC lists, internal audit codes, and project identifiers may be confidential but not 'PII' per 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51959"/>
            <a:ext cx="5120640" cy="3657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4339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Per-field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One field needs a black box; another just needs a label. Custom fields give you style control at the field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440679"/>
            <a:ext cx="5120640" cy="36576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321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No code changes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59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Define the pattern in the UI, use a quick template, or paste your own regex. Live results immediately.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61872"/>
            <a:ext cx="5943600" cy="5257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261872"/>
            <a:ext cx="59436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31673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Example Custom Fields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874519"/>
            <a:ext cx="5715000" cy="86868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929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Employee 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5CF6"/>
                </a:solidFill>
              </a:rPr>
              <a:t>BADGE-\d{6}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947672"/>
            <a:ext cx="928116" cy="29260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1984248"/>
            <a:ext cx="7909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Black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2219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BADGE-004821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2219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████████████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62072"/>
            <a:ext cx="5715000" cy="86868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Loan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191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5CF6"/>
                </a:solidFill>
              </a:rPr>
              <a:t>LN-\d{10}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935224"/>
            <a:ext cx="694944" cy="29260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2971800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Last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2095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LN-2847391042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3209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LN-••••1042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849624"/>
            <a:ext cx="5715000" cy="86868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9044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Case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1788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5CF6"/>
                </a:solidFill>
              </a:rPr>
              <a:t>CASE-\d{5,}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922776"/>
            <a:ext cx="617220" cy="29260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3959352"/>
            <a:ext cx="4800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197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CASE-88291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41970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[CASE ID]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837176"/>
            <a:ext cx="5715000" cy="86868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Internal Ref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5CF6"/>
                </a:solidFill>
              </a:rPr>
              <a:t>REF-[A-Z0-9]{6,}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4910328"/>
            <a:ext cx="850392" cy="29260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4946904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Asterisk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184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REF-X4K92M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1846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REF-••••••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5824728"/>
            <a:ext cx="5715000" cy="868680"/>
          </a:xfrm>
          <a:prstGeom prst="rect">
            <a:avLst/>
          </a:prstGeom>
          <a:solidFill>
            <a:srgbClr val="13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879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Order Number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6153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5CF6"/>
                </a:solidFill>
              </a:rPr>
              <a:t>ORD-\d{8}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5897880"/>
            <a:ext cx="694944" cy="292608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5934456"/>
            <a:ext cx="557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X-Mask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6172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ORD-20249831 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61722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ORD-XXXXXXXX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Compliance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FFB"/>
                </a:solidFill>
              </a:rPr>
              <a:t>Built for banking &amp; financial services regulatory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GLBA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173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Gramm-Leach-Bliley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Protects NPI of financial customers. Requires safeguards for SSN, account numbers, and financial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2588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2588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3990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PCI DSS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14173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Payment Card Industry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Mandates protection of cardholder data. Ghost Studio detects and blacks out all 16-digit card numbers.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32588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32588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3990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SOX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14173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Sarbanes-Oxley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96596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Requires audit trails for financial records. Every redaction is logged with timestamp and PII summary.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050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FCRA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2335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Fair Credit Reporting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Controls access to consumer credit data. SSN, DOB, and account numbers are covered by default policies.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393192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393192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40050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BSA/FinCEN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402335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Bank Secrecy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457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Requires confidential treatment of SARs and CTRs. Names and account numbers redacted for sharing.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931920"/>
            <a:ext cx="3749039" cy="24231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6" y="3931920"/>
            <a:ext cx="3749039" cy="502920"/>
          </a:xfrm>
          <a:prstGeom prst="rect">
            <a:avLst/>
          </a:prstGeom>
          <a:solidFill>
            <a:srgbClr val="05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0050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IRS Pub 1075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402335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EFFB"/>
                </a:solidFill>
              </a:rPr>
              <a:t>Tax Information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5720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FFB"/>
                </a:solidFill>
              </a:rPr>
              <a:t>Governs FTI handling. Ghost Studio's Tax Document policy covers all W-2, 1040, and EIN fields.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Ghost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801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FFB"/>
                </a:solidFill>
              </a:rPr>
              <a:t>Stop ghosting your teammates. Redact PII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7315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What's Working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PDF upload &amp; instant preview with side-by-side redaction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9864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16 PII types: SSN, account, routing, credit card, passport, EIN, IBAN, SWIFT…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1868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5 redaction styles: Black Box, Asterisk, Last 4, X-Mask,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3872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Custom field patterns — user-defined regex/keyword with per-field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5876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Policy templates: Bank Statement, KYC, Financial Report, Tax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7880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Text redaction API for pipeline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Dashboard with live PII analytics and token/cost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1888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·  OpenAI LLM mode for names &amp; addresses (opt-in, $0 off)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596896"/>
            <a:ext cx="164592" cy="23774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578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Database persistence (PostgreSQL)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916936"/>
            <a:ext cx="164592" cy="237744"/>
          </a:xfrm>
          <a:prstGeom prst="rect">
            <a:avLst/>
          </a:prstGeom>
          <a:solidFill>
            <a:srgbClr val="247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89864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Multi-user auth &amp; org workspaces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236976"/>
            <a:ext cx="164592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21868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CI/CD integration — GitHub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557016"/>
            <a:ext cx="164592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5387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Bulk batch redaction for audits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877055"/>
            <a:ext cx="164592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8587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JIRA / Linear ticket attachments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197095"/>
            <a:ext cx="164592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178807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Human-in-the-loop review queue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517135"/>
            <a:ext cx="164592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498847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On-prem LLM (Llama 3) support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837175"/>
            <a:ext cx="164592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818887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FFB"/>
                </a:solidFill>
              </a:rPr>
              <a:t>SOC 2 Type II compliance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035040"/>
            <a:ext cx="11640312" cy="685800"/>
          </a:xfrm>
          <a:prstGeom prst="rect">
            <a:avLst/>
          </a:prstGeom>
          <a:solidFill>
            <a:srgbClr val="1A0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🔗  github.com/prashantbadadhe/ghost-studio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474DC"/>
                </a:solidFill>
              </a:rPr>
              <a:t>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